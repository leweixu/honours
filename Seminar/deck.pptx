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png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png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png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png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4.png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5.png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7.png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8.png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9.png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0.png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2.png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3.png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ck">
  <a:themeElements>
    <a:clrScheme name="Deck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Deck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Dec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