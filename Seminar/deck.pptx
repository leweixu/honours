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0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2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ck">
  <a:themeElements>
    <a:clrScheme name="Deck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Deck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ec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