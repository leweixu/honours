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</p:sldIdLst>
  <p:sldSz cx="12192000" cy="6858000"/>
  <p:notesSz cx="6858000" cy="9144000"/>
</p:presentation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theme" Target="theme/theme1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.png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9.png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png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2.png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3.png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4.png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5.png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6.png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7.png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8.png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9.png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0.png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1.png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2.png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3.png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4.png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5.png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6.png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7.png"/></Relationships>
</file>

<file path=ppt/slides/_rels/slide2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8.png"/></Relationships>
</file>

<file path=ppt/slides/_rels/slide2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9.png"/></Relationships>
</file>

<file path=ppt/slides/_rels/slide3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0.png"/></Relationships>
</file>

<file path=ppt/slides/_rels/slide3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1.png"/></Relationships>
</file>

<file path=ppt/slides/_rels/slide3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2.png"/></Relationships>
</file>

<file path=ppt/slides/_rels/slide3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3.png"/></Relationships>
</file>

<file path=ppt/slides/_rels/slide3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4.png"/></Relationships>
</file>

<file path=ppt/slides/_rels/slide3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5.png"/></Relationships>
</file>

<file path=ppt/slides/_rels/slide3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6.png"/></Relationships>
</file>

<file path=ppt/slides/_rels/slide3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7.png"/></Relationships>
</file>

<file path=ppt/slides/_rels/slide3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8.png"/></Relationships>
</file>

<file path=ppt/slides/_rels/slide3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9.png"/></Relationships>
</file>

<file path=ppt/slides/_rels/slide4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0.png"/></Relationships>
</file>

<file path=ppt/slides/_rels/slide4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2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2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2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2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2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2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2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2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2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2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3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3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3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3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3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3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3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3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3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3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4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4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Deck">
  <a:themeElements>
    <a:clrScheme name="Deck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Deck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Deck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</a:ln>
        <a:ln w="6350" cap="flat" cmpd="sng" algn="ctr">
          <a:solidFill>
            <a:schemeClr val="phClr"/>
          </a:solidFill>
          <a:prstDash val="solid"/>
        </a:ln>
        <a:ln w="63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